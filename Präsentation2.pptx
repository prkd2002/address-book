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9540A7-C489-E02B-DBE6-9CBD9662D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2EA8E32-32DC-7115-2F5A-42C656136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861633-1C25-854C-6D9A-D3C12592E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8C7BA-2993-4299-9373-7D69853E2733}" type="datetimeFigureOut">
              <a:rPr lang="de-DE" smtClean="0"/>
              <a:t>08.07.2025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4E3A6E-2974-82F2-1C91-C735C7DAE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A150F8-DEEC-F098-8B2E-EF2E8A928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3B4B-4986-443F-B536-AD853E7AE1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9842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DD199F-945B-03A0-2DFE-FC8820B6A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AC8EF9-56EF-22B2-04C4-B1C3E128F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5EB6AC-5ED5-9F1F-3F24-2CF0801F1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8C7BA-2993-4299-9373-7D69853E2733}" type="datetimeFigureOut">
              <a:rPr lang="de-DE" smtClean="0"/>
              <a:t>08.07.2025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E70126-16F6-8A18-7C19-46B805B58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651285-7440-D213-0ABC-C0FC637E4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3B4B-4986-443F-B536-AD853E7AE1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985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864FD2-EB21-95DD-5522-539231D13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DBA226-6A1D-21D9-D2F3-0D35ABD43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8A8EC5-5025-F954-8631-75EF524C0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8C7BA-2993-4299-9373-7D69853E2733}" type="datetimeFigureOut">
              <a:rPr lang="de-DE" smtClean="0"/>
              <a:t>08.07.2025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4900DB-B8EA-1E90-A271-A519125CD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30E1C8-FFAB-2CB6-1E19-B6C72A4B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3B4B-4986-443F-B536-AD853E7AE1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0912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F1CAF5-EC94-6C1E-7B71-8AB2262B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ACF67F-B535-22E5-C8AF-D71871B380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EB39F9B-4633-C893-1BB7-0F59BCA21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B7CAE1F-C186-12A1-3163-B3C88492E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8C7BA-2993-4299-9373-7D69853E2733}" type="datetimeFigureOut">
              <a:rPr lang="de-DE" smtClean="0"/>
              <a:t>08.07.2025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4BBCB2B-155B-2250-FC94-FF78CBE64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1C3B7C7-BCF2-E49F-294F-9ABBFAC68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3B4B-4986-443F-B536-AD853E7AE1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3337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BC252C-1B0D-FF41-E023-114180F43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D0A53F-27F3-FB2F-9EB1-24B6B2DE2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99FA07D-9B05-C411-D9F8-95F0003CE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EC3DA9-A993-176A-7077-720EB37CE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ADE4E1C-F5E9-B8D3-BA21-9D5A562507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62920B2-D584-1924-7B89-D6D877388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8C7BA-2993-4299-9373-7D69853E2733}" type="datetimeFigureOut">
              <a:rPr lang="de-DE" smtClean="0"/>
              <a:t>08.07.2025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4252CB1-4AC5-EB34-4751-8672584B1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9E2FB5D-303D-4556-AA96-24BA9591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3B4B-4986-443F-B536-AD853E7AE1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522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CBD852-1BB6-9F64-C6A2-E30F1095F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B227B41-75AA-FDFA-F685-C5C0E9120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8C7BA-2993-4299-9373-7D69853E2733}" type="datetimeFigureOut">
              <a:rPr lang="de-DE" smtClean="0"/>
              <a:t>08.07.2025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4CE6D2-A88B-6F3A-5EA3-61BA2B08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1F0898A-096D-1007-6ADE-6BC3FA03B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3B4B-4986-443F-B536-AD853E7AE1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8383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3C49D01-3CE9-D512-6407-3A05FD8C7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8C7BA-2993-4299-9373-7D69853E2733}" type="datetimeFigureOut">
              <a:rPr lang="de-DE" smtClean="0"/>
              <a:t>08.07.2025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CE606CB-50C1-9DCF-4FF0-EE8DCDF46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3E6AF7-220E-1A1E-7D39-97FA6DCB7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3B4B-4986-443F-B536-AD853E7AE1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545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6BB5EA-5B32-35B1-B07A-2CE7D372F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6009F4-85AE-DCF8-309A-16536923E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B7A6D4B-0C43-808C-5020-1832BE00B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2567A2-0008-FA71-A751-47895B302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8C7BA-2993-4299-9373-7D69853E2733}" type="datetimeFigureOut">
              <a:rPr lang="de-DE" smtClean="0"/>
              <a:t>08.07.2025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0976D8C-F4A7-A8DF-2BA5-29304BEA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7284A5-8143-2AB8-1B50-D491824E1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3B4B-4986-443F-B536-AD853E7AE1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9487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CA5315-0D04-F61F-F266-729ECE1FB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1621E96-A6A7-AD69-135A-C025EDD056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830503-2959-B265-53DB-819F04D5C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CEF6DFB-A9CF-FD32-B4C7-FF233BACE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8C7BA-2993-4299-9373-7D69853E2733}" type="datetimeFigureOut">
              <a:rPr lang="de-DE" smtClean="0"/>
              <a:t>08.07.2025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ED13A4F-525C-B4B8-289E-C0059AD9F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24A903A-82E5-93A5-FA5C-1CBAA28B8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3B4B-4986-443F-B536-AD853E7AE1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6067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A7323F-5373-B10E-8186-CAADA062F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C422DB3-721E-4BBC-792A-C3FB30628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C748D7-61B0-FE07-2229-65BA3FD7C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8C7BA-2993-4299-9373-7D69853E2733}" type="datetimeFigureOut">
              <a:rPr lang="de-DE" smtClean="0"/>
              <a:t>08.07.2025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8F8F25-50CE-E9DF-57E8-79D09720E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78696A-54B0-E803-41CA-71496DA98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3B4B-4986-443F-B536-AD853E7AE1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6900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148ACF4-3EE7-1C83-AAC9-3FFFCFDD6C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137E19F-F691-236A-9A05-433EE3791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FE978C-3F70-6140-4521-AFA1A30E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8C7BA-2993-4299-9373-7D69853E2733}" type="datetimeFigureOut">
              <a:rPr lang="de-DE" smtClean="0"/>
              <a:t>08.07.2025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5AA119-3E0C-4E93-B4D3-BD24D6A9D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76F558-0BA6-890D-9535-25EDAA755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3B4B-4986-443F-B536-AD853E7AE1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1355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AD8B912-5D8E-C0D7-3A35-F209FE662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C8D444D-0A81-A138-6FFF-D28EC2B8B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44D119-6AF5-3F90-564F-028F9400C1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8C7BA-2993-4299-9373-7D69853E2733}" type="datetimeFigureOut">
              <a:rPr lang="de-DE" smtClean="0"/>
              <a:t>08.07.2025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D27CEF-0B0C-8639-0030-54710C83D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12F748-4F3B-FD4E-7D5B-E87B0C031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373B4B-4986-443F-B536-AD853E7AE1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5652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1ED3BD-B314-8138-86A8-65852DD2F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7583E9B-1FF0-8EDE-B8FB-67DE5190A2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7248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A73DD6-4F6F-DBA7-AEE4-71FA7EB11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Herauforderungen</a:t>
            </a:r>
            <a:r>
              <a:rPr lang="de-DE" dirty="0"/>
              <a:t>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A90982-9354-91AC-5875-48FAC6176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de-DE" b="1" dirty="0"/>
              <a:t>UI-Technologie Wechsel</a:t>
            </a:r>
            <a:r>
              <a:rPr lang="de-DE" dirty="0"/>
              <a:t> - Von Layout Editor zu Jetpack </a:t>
            </a:r>
            <a:r>
              <a:rPr lang="de-DE" dirty="0" err="1"/>
              <a:t>Compose</a:t>
            </a:r>
            <a:endParaRPr lang="de-DE" dirty="0"/>
          </a:p>
          <a:p>
            <a:pPr>
              <a:buFont typeface="+mj-lt"/>
              <a:buAutoNum type="arabicPeriod"/>
            </a:pPr>
            <a:r>
              <a:rPr lang="de-DE" b="1" dirty="0"/>
              <a:t>Datenbankarchitektur</a:t>
            </a:r>
            <a:r>
              <a:rPr lang="de-DE" dirty="0"/>
              <a:t> - Von SQLite zu Room Database wegen Komplexität</a:t>
            </a:r>
          </a:p>
          <a:p>
            <a:pPr>
              <a:buFont typeface="+mj-lt"/>
              <a:buAutoNum type="arabicPeriod"/>
            </a:pPr>
            <a:r>
              <a:rPr lang="de-DE" b="1" dirty="0"/>
              <a:t>MT940-Parsing</a:t>
            </a:r>
            <a:r>
              <a:rPr lang="de-DE" dirty="0"/>
              <a:t> - Komplexes Bankdatenformat</a:t>
            </a:r>
          </a:p>
          <a:p>
            <a:pPr>
              <a:buFont typeface="+mj-lt"/>
              <a:buAutoNum type="arabicPeriod"/>
            </a:pPr>
            <a:r>
              <a:rPr lang="de-DE" b="1" dirty="0"/>
              <a:t>Funktionale Komplexität</a:t>
            </a:r>
            <a:r>
              <a:rPr lang="de-DE" dirty="0"/>
              <a:t> - 14 Anforderungen mit 12+ Screens</a:t>
            </a:r>
          </a:p>
          <a:p>
            <a:pPr>
              <a:buFont typeface="+mj-lt"/>
              <a:buAutoNum type="arabicPeriod"/>
            </a:pPr>
            <a:r>
              <a:rPr lang="de-DE" b="1" dirty="0"/>
              <a:t>Datenintegrität</a:t>
            </a:r>
            <a:r>
              <a:rPr lang="de-DE" dirty="0"/>
              <a:t> - Konsistenz und Validierung</a:t>
            </a:r>
          </a:p>
          <a:p>
            <a:pPr>
              <a:buFont typeface="+mj-lt"/>
              <a:buAutoNum type="arabicPeriod"/>
            </a:pPr>
            <a:r>
              <a:rPr lang="de-DE" b="1" dirty="0"/>
              <a:t>Benutzerfreundlichkeit</a:t>
            </a:r>
            <a:r>
              <a:rPr lang="de-DE" dirty="0"/>
              <a:t> - Komplexe Workflows</a:t>
            </a:r>
          </a:p>
          <a:p>
            <a:pPr marL="0" indent="0">
              <a:buNone/>
            </a:pPr>
            <a:r>
              <a:rPr lang="de-DE" b="1" dirty="0"/>
              <a:t>	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1851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289141-C9D9-78BD-6613-4ACE7051A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Lösungen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51CBDF-DAB6-A7C5-D6E9-F6791D816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de-DE" b="1" dirty="0"/>
              <a:t>Lösungen: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Moderne Jetpack </a:t>
            </a:r>
            <a:r>
              <a:rPr lang="de-DE" dirty="0" err="1"/>
              <a:t>Compose</a:t>
            </a:r>
            <a:r>
              <a:rPr lang="de-DE" dirty="0"/>
              <a:t> Implementation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Room Database mit weniger </a:t>
            </a:r>
            <a:r>
              <a:rPr lang="de-DE" dirty="0" err="1"/>
              <a:t>Boilerplate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Strukturiertes MT940-Parsing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Modulare Architektur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Umfassendes Error Handling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Benutzerfreundliche Navigation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95825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3D8E8C-542F-EB2D-8F38-3AB644BAF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521EDE-C043-E48E-817F-835624085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6932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Breitbild</PresentationFormat>
  <Paragraphs>16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PowerPoint-Präsentation</vt:lpstr>
      <vt:lpstr>Herauforderungen:</vt:lpstr>
      <vt:lpstr>Lösungen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Peguy Rusty Kana, Donwoung</dc:creator>
  <cp:lastModifiedBy>Peguy Rusty Kana, Donwoung</cp:lastModifiedBy>
  <cp:revision>1</cp:revision>
  <dcterms:created xsi:type="dcterms:W3CDTF">2025-07-08T12:20:16Z</dcterms:created>
  <dcterms:modified xsi:type="dcterms:W3CDTF">2025-07-08T13:28:43Z</dcterms:modified>
</cp:coreProperties>
</file>